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560250" cx="10692075"/>
  <p:notesSz cx="6858000" cy="9144000"/>
  <p:embeddedFontLst>
    <p:embeddedFont>
      <p:font typeface="Nuni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Relationship Id="rId9" Type="http://schemas.openxmlformats.org/officeDocument/2006/relationships/font" Target="fonts/Nunito-italic.fntdata"/><Relationship Id="rId10" Type="http://schemas.openxmlformats.org/officeDocument/2006/relationships/font" Target="fonts/Nuni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78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3db9e2b6_4_0:notes"/>
          <p:cNvSpPr/>
          <p:nvPr>
            <p:ph idx="2" type="sldImg"/>
          </p:nvPr>
        </p:nvSpPr>
        <p:spPr>
          <a:xfrm>
            <a:off x="1004578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3db9e2b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80" y="1094425"/>
            <a:ext cx="9963000" cy="3017100"/>
          </a:xfrm>
          <a:prstGeom prst="rect">
            <a:avLst/>
          </a:prstGeom>
        </p:spPr>
        <p:txBody>
          <a:bodyPr anchorCtr="0" anchor="b" bIns="116075" lIns="116075" spcFirstLastPara="1" rIns="116075" wrap="square" tIns="11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1pPr>
            <a:lvl2pPr lvl="1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2pPr>
            <a:lvl3pPr lvl="2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3pPr>
            <a:lvl4pPr lvl="3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4pPr>
            <a:lvl5pPr lvl="4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5pPr>
            <a:lvl6pPr lvl="5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6pPr>
            <a:lvl7pPr lvl="6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7pPr>
            <a:lvl8pPr lvl="7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8pPr>
            <a:lvl9pPr lvl="8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71" y="4165781"/>
            <a:ext cx="9963000" cy="11649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71" y="3161459"/>
            <a:ext cx="9963000" cy="12372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1pPr>
            <a:lvl2pPr lvl="1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2pPr>
            <a:lvl3pPr lvl="2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3pPr>
            <a:lvl4pPr lvl="3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4pPr>
            <a:lvl5pPr lvl="4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5pPr>
            <a:lvl6pPr lvl="5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6pPr>
            <a:lvl7pPr lvl="6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7pPr>
            <a:lvl8pPr lvl="7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8pPr>
            <a:lvl9pPr lvl="8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71" y="654127"/>
            <a:ext cx="9963000" cy="8418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71" y="1693983"/>
            <a:ext cx="9963000" cy="50217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73702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7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7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7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7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7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7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7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7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71" y="654127"/>
            <a:ext cx="9963000" cy="8418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71" y="1693983"/>
            <a:ext cx="4677000" cy="50217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41457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5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5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5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5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5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5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5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5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523" y="1693983"/>
            <a:ext cx="4677000" cy="50217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41457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5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5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5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5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5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5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5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5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71" y="654127"/>
            <a:ext cx="9963000" cy="8418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71" y="816657"/>
            <a:ext cx="3283500" cy="1110900"/>
          </a:xfrm>
          <a:prstGeom prst="rect">
            <a:avLst/>
          </a:prstGeom>
        </p:spPr>
        <p:txBody>
          <a:bodyPr anchorCtr="0" anchor="b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1pPr>
            <a:lvl2pPr lvl="1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2pPr>
            <a:lvl3pPr lvl="2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3pPr>
            <a:lvl4pPr lvl="3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4pPr>
            <a:lvl5pPr lvl="4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5pPr>
            <a:lvl6pPr lvl="5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6pPr>
            <a:lvl7pPr lvl="6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7pPr>
            <a:lvl8pPr lvl="7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8pPr>
            <a:lvl9pPr lvl="8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71" y="2042524"/>
            <a:ext cx="3283500" cy="46734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25335" lvl="0" marL="4572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1pPr>
            <a:lvl2pPr indent="-325335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5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5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5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5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5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5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5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9" y="661660"/>
            <a:ext cx="7446000" cy="60129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1pPr>
            <a:lvl2pPr lvl="1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2pPr>
            <a:lvl3pPr lvl="2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3pPr>
            <a:lvl4pPr lvl="3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4pPr>
            <a:lvl5pPr lvl="4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5pPr>
            <a:lvl6pPr lvl="5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6pPr>
            <a:lvl7pPr lvl="6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7pPr>
            <a:lvl8pPr lvl="7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8pPr>
            <a:lvl9pPr lvl="8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38" y="-184"/>
            <a:ext cx="5346000" cy="756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75" lIns="116075" spcFirstLastPara="1" rIns="116075" wrap="square" tIns="11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9" y="1812601"/>
            <a:ext cx="4730100" cy="2178900"/>
          </a:xfrm>
          <a:prstGeom prst="rect">
            <a:avLst/>
          </a:prstGeom>
        </p:spPr>
        <p:txBody>
          <a:bodyPr anchorCtr="0" anchor="b" bIns="116075" lIns="116075" spcFirstLastPara="1" rIns="116075" wrap="square" tIns="11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1pPr>
            <a:lvl2pPr lvl="1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2pPr>
            <a:lvl3pPr lvl="2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3pPr>
            <a:lvl4pPr lvl="3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4pPr>
            <a:lvl5pPr lvl="4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5pPr>
            <a:lvl6pPr lvl="5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6pPr>
            <a:lvl7pPr lvl="6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7pPr>
            <a:lvl8pPr lvl="7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8pPr>
            <a:lvl9pPr lvl="8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9" y="4120141"/>
            <a:ext cx="4730100" cy="18153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55" y="1064292"/>
            <a:ext cx="4486500" cy="54312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indent="-373702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7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7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7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7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7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7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7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7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71" y="6218374"/>
            <a:ext cx="7014300" cy="8895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  <a:defRPr sz="2285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71" y="1625854"/>
            <a:ext cx="9963000" cy="2886000"/>
          </a:xfrm>
          <a:prstGeom prst="rect">
            <a:avLst/>
          </a:prstGeom>
        </p:spPr>
        <p:txBody>
          <a:bodyPr anchorCtr="0" anchor="b" bIns="116075" lIns="116075" spcFirstLastPara="1" rIns="116075" wrap="square" tIns="11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1pPr>
            <a:lvl2pPr lvl="1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2pPr>
            <a:lvl3pPr lvl="2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3pPr>
            <a:lvl4pPr lvl="3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4pPr>
            <a:lvl5pPr lvl="4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5pPr>
            <a:lvl6pPr lvl="5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6pPr>
            <a:lvl7pPr lvl="6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7pPr>
            <a:lvl8pPr lvl="7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8pPr>
            <a:lvl9pPr lvl="8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71" y="4633345"/>
            <a:ext cx="9963000" cy="19119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73702" lvl="0" marL="457200" algn="ctr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7" lvl="1" marL="9144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7" lvl="2" marL="13716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7" lvl="3" marL="18288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7" lvl="4" marL="22860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7" lvl="5" marL="27432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7" lvl="6" marL="32004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7" lvl="7" marL="36576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7" lvl="8" marL="41148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71" y="654127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71" y="1693983"/>
            <a:ext cx="9963000" cy="5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73702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5"/>
              <a:buChar char="●"/>
              <a:defRPr sz="2285">
                <a:solidFill>
                  <a:schemeClr val="dk2"/>
                </a:solidFill>
              </a:defRPr>
            </a:lvl1pPr>
            <a:lvl2pPr indent="-341457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2pPr>
            <a:lvl3pPr indent="-341457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3pPr>
            <a:lvl4pPr indent="-341457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4pPr>
            <a:lvl5pPr indent="-341457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5pPr>
            <a:lvl6pPr indent="-341457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6pPr>
            <a:lvl7pPr indent="-341457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7pPr>
            <a:lvl8pPr indent="-341457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8pPr>
            <a:lvl9pPr indent="-341457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 algn="r">
              <a:buNone/>
              <a:defRPr sz="1269">
                <a:solidFill>
                  <a:schemeClr val="dk2"/>
                </a:solidFill>
              </a:defRPr>
            </a:lvl1pPr>
            <a:lvl2pPr lvl="1" algn="r">
              <a:buNone/>
              <a:defRPr sz="1269">
                <a:solidFill>
                  <a:schemeClr val="dk2"/>
                </a:solidFill>
              </a:defRPr>
            </a:lvl2pPr>
            <a:lvl3pPr lvl="2" algn="r">
              <a:buNone/>
              <a:defRPr sz="1269">
                <a:solidFill>
                  <a:schemeClr val="dk2"/>
                </a:solidFill>
              </a:defRPr>
            </a:lvl3pPr>
            <a:lvl4pPr lvl="3" algn="r">
              <a:buNone/>
              <a:defRPr sz="1269">
                <a:solidFill>
                  <a:schemeClr val="dk2"/>
                </a:solidFill>
              </a:defRPr>
            </a:lvl4pPr>
            <a:lvl5pPr lvl="4" algn="r">
              <a:buNone/>
              <a:defRPr sz="1269">
                <a:solidFill>
                  <a:schemeClr val="dk2"/>
                </a:solidFill>
              </a:defRPr>
            </a:lvl5pPr>
            <a:lvl6pPr lvl="5" algn="r">
              <a:buNone/>
              <a:defRPr sz="1269">
                <a:solidFill>
                  <a:schemeClr val="dk2"/>
                </a:solidFill>
              </a:defRPr>
            </a:lvl6pPr>
            <a:lvl7pPr lvl="6" algn="r">
              <a:buNone/>
              <a:defRPr sz="1269">
                <a:solidFill>
                  <a:schemeClr val="dk2"/>
                </a:solidFill>
              </a:defRPr>
            </a:lvl7pPr>
            <a:lvl8pPr lvl="7" algn="r">
              <a:buNone/>
              <a:defRPr sz="1269">
                <a:solidFill>
                  <a:schemeClr val="dk2"/>
                </a:solidFill>
              </a:defRPr>
            </a:lvl8pPr>
            <a:lvl9pPr lvl="8" algn="r">
              <a:buNone/>
              <a:defRPr sz="1269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Tech Certificates 2025-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692076" cy="75596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570425" y="3133657"/>
            <a:ext cx="5552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5">
                <a:solidFill>
                  <a:srgbClr val="333388"/>
                </a:solidFill>
                <a:latin typeface="Nunito"/>
                <a:ea typeface="Nunito"/>
                <a:cs typeface="Nunito"/>
                <a:sym typeface="Nunito"/>
              </a:rPr>
              <a:t>Demo</a:t>
            </a:r>
            <a:endParaRPr b="1" sz="2885">
              <a:solidFill>
                <a:srgbClr val="33338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