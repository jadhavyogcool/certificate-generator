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7560250" cx="10692075"/>
  <p:notesSz cx="6858000" cy="9144000"/>
  <p:embeddedFontLst>
    <p:embeddedFont>
      <p:font typeface="Nunito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381">
          <p15:clr>
            <a:srgbClr val="747775"/>
          </p15:clr>
        </p15:guide>
        <p15:guide id="2" pos="336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381" orient="horz"/>
        <p:guide pos="336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font" Target="fonts/Nunito-boldItalic.fntdata"/><Relationship Id="rId9" Type="http://schemas.openxmlformats.org/officeDocument/2006/relationships/font" Target="fonts/Nuni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Nunito-regular.fntdata"/><Relationship Id="rId8" Type="http://schemas.openxmlformats.org/officeDocument/2006/relationships/font" Target="fonts/Nuni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004578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13db9e2b6_4_0:notes"/>
          <p:cNvSpPr/>
          <p:nvPr>
            <p:ph idx="2" type="sldImg"/>
          </p:nvPr>
        </p:nvSpPr>
        <p:spPr>
          <a:xfrm>
            <a:off x="1004578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13db9e2b6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64480" y="1094425"/>
            <a:ext cx="9963000" cy="3017100"/>
          </a:xfrm>
          <a:prstGeom prst="rect">
            <a:avLst/>
          </a:prstGeom>
        </p:spPr>
        <p:txBody>
          <a:bodyPr anchorCtr="0" anchor="b" bIns="116075" lIns="116075" spcFirstLastPara="1" rIns="116075" wrap="square" tIns="1160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601"/>
              <a:buNone/>
              <a:defRPr sz="6601"/>
            </a:lvl1pPr>
            <a:lvl2pPr lvl="1" algn="ctr">
              <a:spcBef>
                <a:spcPts val="0"/>
              </a:spcBef>
              <a:spcAft>
                <a:spcPts val="0"/>
              </a:spcAft>
              <a:buSzPts val="6601"/>
              <a:buNone/>
              <a:defRPr sz="6601"/>
            </a:lvl2pPr>
            <a:lvl3pPr lvl="2" algn="ctr">
              <a:spcBef>
                <a:spcPts val="0"/>
              </a:spcBef>
              <a:spcAft>
                <a:spcPts val="0"/>
              </a:spcAft>
              <a:buSzPts val="6601"/>
              <a:buNone/>
              <a:defRPr sz="6601"/>
            </a:lvl3pPr>
            <a:lvl4pPr lvl="3" algn="ctr">
              <a:spcBef>
                <a:spcPts val="0"/>
              </a:spcBef>
              <a:spcAft>
                <a:spcPts val="0"/>
              </a:spcAft>
              <a:buSzPts val="6601"/>
              <a:buNone/>
              <a:defRPr sz="6601"/>
            </a:lvl4pPr>
            <a:lvl5pPr lvl="4" algn="ctr">
              <a:spcBef>
                <a:spcPts val="0"/>
              </a:spcBef>
              <a:spcAft>
                <a:spcPts val="0"/>
              </a:spcAft>
              <a:buSzPts val="6601"/>
              <a:buNone/>
              <a:defRPr sz="6601"/>
            </a:lvl5pPr>
            <a:lvl6pPr lvl="5" algn="ctr">
              <a:spcBef>
                <a:spcPts val="0"/>
              </a:spcBef>
              <a:spcAft>
                <a:spcPts val="0"/>
              </a:spcAft>
              <a:buSzPts val="6601"/>
              <a:buNone/>
              <a:defRPr sz="6601"/>
            </a:lvl6pPr>
            <a:lvl7pPr lvl="6" algn="ctr">
              <a:spcBef>
                <a:spcPts val="0"/>
              </a:spcBef>
              <a:spcAft>
                <a:spcPts val="0"/>
              </a:spcAft>
              <a:buSzPts val="6601"/>
              <a:buNone/>
              <a:defRPr sz="6601"/>
            </a:lvl7pPr>
            <a:lvl8pPr lvl="7" algn="ctr">
              <a:spcBef>
                <a:spcPts val="0"/>
              </a:spcBef>
              <a:spcAft>
                <a:spcPts val="0"/>
              </a:spcAft>
              <a:buSzPts val="6601"/>
              <a:buNone/>
              <a:defRPr sz="6601"/>
            </a:lvl8pPr>
            <a:lvl9pPr lvl="8" algn="ctr">
              <a:spcBef>
                <a:spcPts val="0"/>
              </a:spcBef>
              <a:spcAft>
                <a:spcPts val="0"/>
              </a:spcAft>
              <a:buSzPts val="6601"/>
              <a:buNone/>
              <a:defRPr sz="6601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64471" y="4165781"/>
            <a:ext cx="9963000" cy="1164900"/>
          </a:xfrm>
          <a:prstGeom prst="rect">
            <a:avLst/>
          </a:prstGeom>
        </p:spPr>
        <p:txBody>
          <a:bodyPr anchorCtr="0" anchor="t" bIns="116075" lIns="116075" spcFirstLastPara="1" rIns="116075" wrap="square" tIns="1160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55"/>
              <a:buNone/>
              <a:defRPr sz="3554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55"/>
              <a:buNone/>
              <a:defRPr sz="3554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55"/>
              <a:buNone/>
              <a:defRPr sz="3554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55"/>
              <a:buNone/>
              <a:defRPr sz="3554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55"/>
              <a:buNone/>
              <a:defRPr sz="3554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55"/>
              <a:buNone/>
              <a:defRPr sz="3554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55"/>
              <a:buNone/>
              <a:defRPr sz="3554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55"/>
              <a:buNone/>
              <a:defRPr sz="3554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55"/>
              <a:buNone/>
              <a:defRPr sz="3554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9906841" y="6854299"/>
            <a:ext cx="641700" cy="578400"/>
          </a:xfrm>
          <a:prstGeom prst="rect">
            <a:avLst/>
          </a:prstGeom>
        </p:spPr>
        <p:txBody>
          <a:bodyPr anchorCtr="0" anchor="ctr" bIns="116075" lIns="116075" spcFirstLastPara="1" rIns="116075" wrap="square" tIns="116075">
            <a:normAutofit/>
          </a:bodyPr>
          <a:lstStyle>
            <a:lvl1pPr lvl="0">
              <a:buNone/>
              <a:defRPr sz="1269"/>
            </a:lvl1pPr>
            <a:lvl2pPr lvl="1">
              <a:buNone/>
              <a:defRPr sz="1269"/>
            </a:lvl2pPr>
            <a:lvl3pPr lvl="2">
              <a:buNone/>
              <a:defRPr sz="1269"/>
            </a:lvl3pPr>
            <a:lvl4pPr lvl="3">
              <a:buNone/>
              <a:defRPr sz="1269"/>
            </a:lvl4pPr>
            <a:lvl5pPr lvl="4">
              <a:buNone/>
              <a:defRPr sz="1269"/>
            </a:lvl5pPr>
            <a:lvl6pPr lvl="5">
              <a:buNone/>
              <a:defRPr sz="1269"/>
            </a:lvl6pPr>
            <a:lvl7pPr lvl="6">
              <a:buNone/>
              <a:defRPr sz="1269"/>
            </a:lvl7pPr>
            <a:lvl8pPr lvl="7">
              <a:buNone/>
              <a:defRPr sz="1269"/>
            </a:lvl8pPr>
            <a:lvl9pPr lvl="8">
              <a:buNone/>
              <a:defRPr sz="126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64471" y="3161459"/>
            <a:ext cx="9963000" cy="1237200"/>
          </a:xfrm>
          <a:prstGeom prst="rect">
            <a:avLst/>
          </a:prstGeom>
        </p:spPr>
        <p:txBody>
          <a:bodyPr anchorCtr="0" anchor="ctr" bIns="116075" lIns="116075" spcFirstLastPara="1" rIns="116075" wrap="square" tIns="1160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570"/>
              <a:buNone/>
              <a:defRPr sz="4570"/>
            </a:lvl1pPr>
            <a:lvl2pPr lvl="1" algn="ctr">
              <a:spcBef>
                <a:spcPts val="0"/>
              </a:spcBef>
              <a:spcAft>
                <a:spcPts val="0"/>
              </a:spcAft>
              <a:buSzPts val="4570"/>
              <a:buNone/>
              <a:defRPr sz="4570"/>
            </a:lvl2pPr>
            <a:lvl3pPr lvl="2" algn="ctr">
              <a:spcBef>
                <a:spcPts val="0"/>
              </a:spcBef>
              <a:spcAft>
                <a:spcPts val="0"/>
              </a:spcAft>
              <a:buSzPts val="4570"/>
              <a:buNone/>
              <a:defRPr sz="4570"/>
            </a:lvl3pPr>
            <a:lvl4pPr lvl="3" algn="ctr">
              <a:spcBef>
                <a:spcPts val="0"/>
              </a:spcBef>
              <a:spcAft>
                <a:spcPts val="0"/>
              </a:spcAft>
              <a:buSzPts val="4570"/>
              <a:buNone/>
              <a:defRPr sz="4570"/>
            </a:lvl4pPr>
            <a:lvl5pPr lvl="4" algn="ctr">
              <a:spcBef>
                <a:spcPts val="0"/>
              </a:spcBef>
              <a:spcAft>
                <a:spcPts val="0"/>
              </a:spcAft>
              <a:buSzPts val="4570"/>
              <a:buNone/>
              <a:defRPr sz="4570"/>
            </a:lvl5pPr>
            <a:lvl6pPr lvl="5" algn="ctr">
              <a:spcBef>
                <a:spcPts val="0"/>
              </a:spcBef>
              <a:spcAft>
                <a:spcPts val="0"/>
              </a:spcAft>
              <a:buSzPts val="4570"/>
              <a:buNone/>
              <a:defRPr sz="4570"/>
            </a:lvl6pPr>
            <a:lvl7pPr lvl="6" algn="ctr">
              <a:spcBef>
                <a:spcPts val="0"/>
              </a:spcBef>
              <a:spcAft>
                <a:spcPts val="0"/>
              </a:spcAft>
              <a:buSzPts val="4570"/>
              <a:buNone/>
              <a:defRPr sz="4570"/>
            </a:lvl7pPr>
            <a:lvl8pPr lvl="7" algn="ctr">
              <a:spcBef>
                <a:spcPts val="0"/>
              </a:spcBef>
              <a:spcAft>
                <a:spcPts val="0"/>
              </a:spcAft>
              <a:buSzPts val="4570"/>
              <a:buNone/>
              <a:defRPr sz="4570"/>
            </a:lvl8pPr>
            <a:lvl9pPr lvl="8" algn="ctr">
              <a:spcBef>
                <a:spcPts val="0"/>
              </a:spcBef>
              <a:spcAft>
                <a:spcPts val="0"/>
              </a:spcAft>
              <a:buSzPts val="4570"/>
              <a:buNone/>
              <a:defRPr sz="457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9906841" y="6854299"/>
            <a:ext cx="641700" cy="578400"/>
          </a:xfrm>
          <a:prstGeom prst="rect">
            <a:avLst/>
          </a:prstGeom>
        </p:spPr>
        <p:txBody>
          <a:bodyPr anchorCtr="0" anchor="ctr" bIns="116075" lIns="116075" spcFirstLastPara="1" rIns="116075" wrap="square" tIns="116075">
            <a:normAutofit/>
          </a:bodyPr>
          <a:lstStyle>
            <a:lvl1pPr lvl="0">
              <a:buNone/>
              <a:defRPr sz="1269"/>
            </a:lvl1pPr>
            <a:lvl2pPr lvl="1">
              <a:buNone/>
              <a:defRPr sz="1269"/>
            </a:lvl2pPr>
            <a:lvl3pPr lvl="2">
              <a:buNone/>
              <a:defRPr sz="1269"/>
            </a:lvl3pPr>
            <a:lvl4pPr lvl="3">
              <a:buNone/>
              <a:defRPr sz="1269"/>
            </a:lvl4pPr>
            <a:lvl5pPr lvl="4">
              <a:buNone/>
              <a:defRPr sz="1269"/>
            </a:lvl5pPr>
            <a:lvl6pPr lvl="5">
              <a:buNone/>
              <a:defRPr sz="1269"/>
            </a:lvl6pPr>
            <a:lvl7pPr lvl="6">
              <a:buNone/>
              <a:defRPr sz="1269"/>
            </a:lvl7pPr>
            <a:lvl8pPr lvl="7">
              <a:buNone/>
              <a:defRPr sz="1269"/>
            </a:lvl8pPr>
            <a:lvl9pPr lvl="8">
              <a:buNone/>
              <a:defRPr sz="126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64471" y="654127"/>
            <a:ext cx="9963000" cy="841800"/>
          </a:xfrm>
          <a:prstGeom prst="rect">
            <a:avLst/>
          </a:prstGeom>
        </p:spPr>
        <p:txBody>
          <a:bodyPr anchorCtr="0" anchor="t" bIns="116075" lIns="116075" spcFirstLastPara="1" rIns="116075" wrap="square" tIns="1160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55"/>
              <a:buNone/>
              <a:defRPr sz="3554"/>
            </a:lvl1pPr>
            <a:lvl2pPr lvl="1">
              <a:spcBef>
                <a:spcPts val="0"/>
              </a:spcBef>
              <a:spcAft>
                <a:spcPts val="0"/>
              </a:spcAft>
              <a:buSzPts val="3555"/>
              <a:buNone/>
              <a:defRPr sz="3554"/>
            </a:lvl2pPr>
            <a:lvl3pPr lvl="2">
              <a:spcBef>
                <a:spcPts val="0"/>
              </a:spcBef>
              <a:spcAft>
                <a:spcPts val="0"/>
              </a:spcAft>
              <a:buSzPts val="3555"/>
              <a:buNone/>
              <a:defRPr sz="3554"/>
            </a:lvl3pPr>
            <a:lvl4pPr lvl="3">
              <a:spcBef>
                <a:spcPts val="0"/>
              </a:spcBef>
              <a:spcAft>
                <a:spcPts val="0"/>
              </a:spcAft>
              <a:buSzPts val="3555"/>
              <a:buNone/>
              <a:defRPr sz="3554"/>
            </a:lvl4pPr>
            <a:lvl5pPr lvl="4">
              <a:spcBef>
                <a:spcPts val="0"/>
              </a:spcBef>
              <a:spcAft>
                <a:spcPts val="0"/>
              </a:spcAft>
              <a:buSzPts val="3555"/>
              <a:buNone/>
              <a:defRPr sz="3554"/>
            </a:lvl5pPr>
            <a:lvl6pPr lvl="5">
              <a:spcBef>
                <a:spcPts val="0"/>
              </a:spcBef>
              <a:spcAft>
                <a:spcPts val="0"/>
              </a:spcAft>
              <a:buSzPts val="3555"/>
              <a:buNone/>
              <a:defRPr sz="3554"/>
            </a:lvl6pPr>
            <a:lvl7pPr lvl="6">
              <a:spcBef>
                <a:spcPts val="0"/>
              </a:spcBef>
              <a:spcAft>
                <a:spcPts val="0"/>
              </a:spcAft>
              <a:buSzPts val="3555"/>
              <a:buNone/>
              <a:defRPr sz="3554"/>
            </a:lvl7pPr>
            <a:lvl8pPr lvl="7">
              <a:spcBef>
                <a:spcPts val="0"/>
              </a:spcBef>
              <a:spcAft>
                <a:spcPts val="0"/>
              </a:spcAft>
              <a:buSzPts val="3555"/>
              <a:buNone/>
              <a:defRPr sz="3554"/>
            </a:lvl8pPr>
            <a:lvl9pPr lvl="8">
              <a:spcBef>
                <a:spcPts val="0"/>
              </a:spcBef>
              <a:spcAft>
                <a:spcPts val="0"/>
              </a:spcAft>
              <a:buSzPts val="3555"/>
              <a:buNone/>
              <a:defRPr sz="3554"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64471" y="1693983"/>
            <a:ext cx="9963000" cy="5021700"/>
          </a:xfrm>
          <a:prstGeom prst="rect">
            <a:avLst/>
          </a:prstGeom>
        </p:spPr>
        <p:txBody>
          <a:bodyPr anchorCtr="0" anchor="t" bIns="116075" lIns="116075" spcFirstLastPara="1" rIns="116075" wrap="square" tIns="116075">
            <a:normAutofit/>
          </a:bodyPr>
          <a:lstStyle>
            <a:lvl1pPr indent="-373702" lvl="0" marL="457200">
              <a:spcBef>
                <a:spcPts val="0"/>
              </a:spcBef>
              <a:spcAft>
                <a:spcPts val="0"/>
              </a:spcAft>
              <a:buSzPts val="2285"/>
              <a:buChar char="●"/>
              <a:defRPr sz="2285"/>
            </a:lvl1pPr>
            <a:lvl2pPr indent="-341457" lvl="1" marL="914400">
              <a:spcBef>
                <a:spcPts val="0"/>
              </a:spcBef>
              <a:spcAft>
                <a:spcPts val="0"/>
              </a:spcAft>
              <a:buSzPts val="1777"/>
              <a:buChar char="○"/>
              <a:defRPr sz="1777"/>
            </a:lvl2pPr>
            <a:lvl3pPr indent="-341457" lvl="2" marL="1371600">
              <a:spcBef>
                <a:spcPts val="0"/>
              </a:spcBef>
              <a:spcAft>
                <a:spcPts val="0"/>
              </a:spcAft>
              <a:buSzPts val="1777"/>
              <a:buChar char="■"/>
              <a:defRPr sz="1777"/>
            </a:lvl3pPr>
            <a:lvl4pPr indent="-341457" lvl="3" marL="1828800">
              <a:spcBef>
                <a:spcPts val="0"/>
              </a:spcBef>
              <a:spcAft>
                <a:spcPts val="0"/>
              </a:spcAft>
              <a:buSzPts val="1777"/>
              <a:buChar char="●"/>
              <a:defRPr sz="1777"/>
            </a:lvl4pPr>
            <a:lvl5pPr indent="-341457" lvl="4" marL="2286000">
              <a:spcBef>
                <a:spcPts val="0"/>
              </a:spcBef>
              <a:spcAft>
                <a:spcPts val="0"/>
              </a:spcAft>
              <a:buSzPts val="1777"/>
              <a:buChar char="○"/>
              <a:defRPr sz="1777"/>
            </a:lvl5pPr>
            <a:lvl6pPr indent="-341457" lvl="5" marL="2743200">
              <a:spcBef>
                <a:spcPts val="0"/>
              </a:spcBef>
              <a:spcAft>
                <a:spcPts val="0"/>
              </a:spcAft>
              <a:buSzPts val="1777"/>
              <a:buChar char="■"/>
              <a:defRPr sz="1777"/>
            </a:lvl6pPr>
            <a:lvl7pPr indent="-341457" lvl="6" marL="3200400">
              <a:spcBef>
                <a:spcPts val="0"/>
              </a:spcBef>
              <a:spcAft>
                <a:spcPts val="0"/>
              </a:spcAft>
              <a:buSzPts val="1777"/>
              <a:buChar char="●"/>
              <a:defRPr sz="1777"/>
            </a:lvl7pPr>
            <a:lvl8pPr indent="-341457" lvl="7" marL="3657600">
              <a:spcBef>
                <a:spcPts val="0"/>
              </a:spcBef>
              <a:spcAft>
                <a:spcPts val="0"/>
              </a:spcAft>
              <a:buSzPts val="1777"/>
              <a:buChar char="○"/>
              <a:defRPr sz="1777"/>
            </a:lvl8pPr>
            <a:lvl9pPr indent="-341457" lvl="8" marL="4114800">
              <a:spcBef>
                <a:spcPts val="0"/>
              </a:spcBef>
              <a:spcAft>
                <a:spcPts val="0"/>
              </a:spcAft>
              <a:buSzPts val="1777"/>
              <a:buChar char="■"/>
              <a:defRPr sz="1777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9906841" y="6854299"/>
            <a:ext cx="641700" cy="578400"/>
          </a:xfrm>
          <a:prstGeom prst="rect">
            <a:avLst/>
          </a:prstGeom>
        </p:spPr>
        <p:txBody>
          <a:bodyPr anchorCtr="0" anchor="ctr" bIns="116075" lIns="116075" spcFirstLastPara="1" rIns="116075" wrap="square" tIns="116075">
            <a:normAutofit/>
          </a:bodyPr>
          <a:lstStyle>
            <a:lvl1pPr lvl="0">
              <a:buNone/>
              <a:defRPr sz="1269"/>
            </a:lvl1pPr>
            <a:lvl2pPr lvl="1">
              <a:buNone/>
              <a:defRPr sz="1269"/>
            </a:lvl2pPr>
            <a:lvl3pPr lvl="2">
              <a:buNone/>
              <a:defRPr sz="1269"/>
            </a:lvl3pPr>
            <a:lvl4pPr lvl="3">
              <a:buNone/>
              <a:defRPr sz="1269"/>
            </a:lvl4pPr>
            <a:lvl5pPr lvl="4">
              <a:buNone/>
              <a:defRPr sz="1269"/>
            </a:lvl5pPr>
            <a:lvl6pPr lvl="5">
              <a:buNone/>
              <a:defRPr sz="1269"/>
            </a:lvl6pPr>
            <a:lvl7pPr lvl="6">
              <a:buNone/>
              <a:defRPr sz="1269"/>
            </a:lvl7pPr>
            <a:lvl8pPr lvl="7">
              <a:buNone/>
              <a:defRPr sz="1269"/>
            </a:lvl8pPr>
            <a:lvl9pPr lvl="8">
              <a:buNone/>
              <a:defRPr sz="126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64471" y="654127"/>
            <a:ext cx="9963000" cy="841800"/>
          </a:xfrm>
          <a:prstGeom prst="rect">
            <a:avLst/>
          </a:prstGeom>
        </p:spPr>
        <p:txBody>
          <a:bodyPr anchorCtr="0" anchor="t" bIns="116075" lIns="116075" spcFirstLastPara="1" rIns="116075" wrap="square" tIns="1160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55"/>
              <a:buNone/>
              <a:defRPr sz="3554"/>
            </a:lvl1pPr>
            <a:lvl2pPr lvl="1">
              <a:spcBef>
                <a:spcPts val="0"/>
              </a:spcBef>
              <a:spcAft>
                <a:spcPts val="0"/>
              </a:spcAft>
              <a:buSzPts val="3555"/>
              <a:buNone/>
              <a:defRPr sz="3554"/>
            </a:lvl2pPr>
            <a:lvl3pPr lvl="2">
              <a:spcBef>
                <a:spcPts val="0"/>
              </a:spcBef>
              <a:spcAft>
                <a:spcPts val="0"/>
              </a:spcAft>
              <a:buSzPts val="3555"/>
              <a:buNone/>
              <a:defRPr sz="3554"/>
            </a:lvl3pPr>
            <a:lvl4pPr lvl="3">
              <a:spcBef>
                <a:spcPts val="0"/>
              </a:spcBef>
              <a:spcAft>
                <a:spcPts val="0"/>
              </a:spcAft>
              <a:buSzPts val="3555"/>
              <a:buNone/>
              <a:defRPr sz="3554"/>
            </a:lvl4pPr>
            <a:lvl5pPr lvl="4">
              <a:spcBef>
                <a:spcPts val="0"/>
              </a:spcBef>
              <a:spcAft>
                <a:spcPts val="0"/>
              </a:spcAft>
              <a:buSzPts val="3555"/>
              <a:buNone/>
              <a:defRPr sz="3554"/>
            </a:lvl5pPr>
            <a:lvl6pPr lvl="5">
              <a:spcBef>
                <a:spcPts val="0"/>
              </a:spcBef>
              <a:spcAft>
                <a:spcPts val="0"/>
              </a:spcAft>
              <a:buSzPts val="3555"/>
              <a:buNone/>
              <a:defRPr sz="3554"/>
            </a:lvl6pPr>
            <a:lvl7pPr lvl="6">
              <a:spcBef>
                <a:spcPts val="0"/>
              </a:spcBef>
              <a:spcAft>
                <a:spcPts val="0"/>
              </a:spcAft>
              <a:buSzPts val="3555"/>
              <a:buNone/>
              <a:defRPr sz="3554"/>
            </a:lvl7pPr>
            <a:lvl8pPr lvl="7">
              <a:spcBef>
                <a:spcPts val="0"/>
              </a:spcBef>
              <a:spcAft>
                <a:spcPts val="0"/>
              </a:spcAft>
              <a:buSzPts val="3555"/>
              <a:buNone/>
              <a:defRPr sz="3554"/>
            </a:lvl8pPr>
            <a:lvl9pPr lvl="8">
              <a:spcBef>
                <a:spcPts val="0"/>
              </a:spcBef>
              <a:spcAft>
                <a:spcPts val="0"/>
              </a:spcAft>
              <a:buSzPts val="3555"/>
              <a:buNone/>
              <a:defRPr sz="3554"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64471" y="1693983"/>
            <a:ext cx="4677000" cy="5021700"/>
          </a:xfrm>
          <a:prstGeom prst="rect">
            <a:avLst/>
          </a:prstGeom>
        </p:spPr>
        <p:txBody>
          <a:bodyPr anchorCtr="0" anchor="t" bIns="116075" lIns="116075" spcFirstLastPara="1" rIns="116075" wrap="square" tIns="116075">
            <a:normAutofit/>
          </a:bodyPr>
          <a:lstStyle>
            <a:lvl1pPr indent="-341457" lvl="0" marL="457200">
              <a:spcBef>
                <a:spcPts val="0"/>
              </a:spcBef>
              <a:spcAft>
                <a:spcPts val="0"/>
              </a:spcAft>
              <a:buSzPts val="1777"/>
              <a:buChar char="●"/>
              <a:defRPr sz="1777"/>
            </a:lvl1pPr>
            <a:lvl2pPr indent="-325335" lvl="1" marL="914400">
              <a:spcBef>
                <a:spcPts val="0"/>
              </a:spcBef>
              <a:spcAft>
                <a:spcPts val="0"/>
              </a:spcAft>
              <a:buSzPts val="1523"/>
              <a:buChar char="○"/>
              <a:defRPr sz="1523"/>
            </a:lvl2pPr>
            <a:lvl3pPr indent="-325335" lvl="2" marL="1371600">
              <a:spcBef>
                <a:spcPts val="0"/>
              </a:spcBef>
              <a:spcAft>
                <a:spcPts val="0"/>
              </a:spcAft>
              <a:buSzPts val="1523"/>
              <a:buChar char="■"/>
              <a:defRPr sz="1523"/>
            </a:lvl3pPr>
            <a:lvl4pPr indent="-325335" lvl="3" marL="1828800">
              <a:spcBef>
                <a:spcPts val="0"/>
              </a:spcBef>
              <a:spcAft>
                <a:spcPts val="0"/>
              </a:spcAft>
              <a:buSzPts val="1523"/>
              <a:buChar char="●"/>
              <a:defRPr sz="1523"/>
            </a:lvl4pPr>
            <a:lvl5pPr indent="-325335" lvl="4" marL="2286000">
              <a:spcBef>
                <a:spcPts val="0"/>
              </a:spcBef>
              <a:spcAft>
                <a:spcPts val="0"/>
              </a:spcAft>
              <a:buSzPts val="1523"/>
              <a:buChar char="○"/>
              <a:defRPr sz="1523"/>
            </a:lvl5pPr>
            <a:lvl6pPr indent="-325335" lvl="5" marL="2743200">
              <a:spcBef>
                <a:spcPts val="0"/>
              </a:spcBef>
              <a:spcAft>
                <a:spcPts val="0"/>
              </a:spcAft>
              <a:buSzPts val="1523"/>
              <a:buChar char="■"/>
              <a:defRPr sz="1523"/>
            </a:lvl6pPr>
            <a:lvl7pPr indent="-325335" lvl="6" marL="3200400">
              <a:spcBef>
                <a:spcPts val="0"/>
              </a:spcBef>
              <a:spcAft>
                <a:spcPts val="0"/>
              </a:spcAft>
              <a:buSzPts val="1523"/>
              <a:buChar char="●"/>
              <a:defRPr sz="1523"/>
            </a:lvl7pPr>
            <a:lvl8pPr indent="-325335" lvl="7" marL="3657600">
              <a:spcBef>
                <a:spcPts val="0"/>
              </a:spcBef>
              <a:spcAft>
                <a:spcPts val="0"/>
              </a:spcAft>
              <a:buSzPts val="1523"/>
              <a:buChar char="○"/>
              <a:defRPr sz="1523"/>
            </a:lvl8pPr>
            <a:lvl9pPr indent="-325335" lvl="8" marL="4114800">
              <a:spcBef>
                <a:spcPts val="0"/>
              </a:spcBef>
              <a:spcAft>
                <a:spcPts val="0"/>
              </a:spcAft>
              <a:buSzPts val="1523"/>
              <a:buChar char="■"/>
              <a:defRPr sz="1523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5650523" y="1693983"/>
            <a:ext cx="4677000" cy="5021700"/>
          </a:xfrm>
          <a:prstGeom prst="rect">
            <a:avLst/>
          </a:prstGeom>
        </p:spPr>
        <p:txBody>
          <a:bodyPr anchorCtr="0" anchor="t" bIns="116075" lIns="116075" spcFirstLastPara="1" rIns="116075" wrap="square" tIns="116075">
            <a:normAutofit/>
          </a:bodyPr>
          <a:lstStyle>
            <a:lvl1pPr indent="-341457" lvl="0" marL="457200">
              <a:spcBef>
                <a:spcPts val="0"/>
              </a:spcBef>
              <a:spcAft>
                <a:spcPts val="0"/>
              </a:spcAft>
              <a:buSzPts val="1777"/>
              <a:buChar char="●"/>
              <a:defRPr sz="1777"/>
            </a:lvl1pPr>
            <a:lvl2pPr indent="-325335" lvl="1" marL="914400">
              <a:spcBef>
                <a:spcPts val="0"/>
              </a:spcBef>
              <a:spcAft>
                <a:spcPts val="0"/>
              </a:spcAft>
              <a:buSzPts val="1523"/>
              <a:buChar char="○"/>
              <a:defRPr sz="1523"/>
            </a:lvl2pPr>
            <a:lvl3pPr indent="-325335" lvl="2" marL="1371600">
              <a:spcBef>
                <a:spcPts val="0"/>
              </a:spcBef>
              <a:spcAft>
                <a:spcPts val="0"/>
              </a:spcAft>
              <a:buSzPts val="1523"/>
              <a:buChar char="■"/>
              <a:defRPr sz="1523"/>
            </a:lvl3pPr>
            <a:lvl4pPr indent="-325335" lvl="3" marL="1828800">
              <a:spcBef>
                <a:spcPts val="0"/>
              </a:spcBef>
              <a:spcAft>
                <a:spcPts val="0"/>
              </a:spcAft>
              <a:buSzPts val="1523"/>
              <a:buChar char="●"/>
              <a:defRPr sz="1523"/>
            </a:lvl4pPr>
            <a:lvl5pPr indent="-325335" lvl="4" marL="2286000">
              <a:spcBef>
                <a:spcPts val="0"/>
              </a:spcBef>
              <a:spcAft>
                <a:spcPts val="0"/>
              </a:spcAft>
              <a:buSzPts val="1523"/>
              <a:buChar char="○"/>
              <a:defRPr sz="1523"/>
            </a:lvl5pPr>
            <a:lvl6pPr indent="-325335" lvl="5" marL="2743200">
              <a:spcBef>
                <a:spcPts val="0"/>
              </a:spcBef>
              <a:spcAft>
                <a:spcPts val="0"/>
              </a:spcAft>
              <a:buSzPts val="1523"/>
              <a:buChar char="■"/>
              <a:defRPr sz="1523"/>
            </a:lvl6pPr>
            <a:lvl7pPr indent="-325335" lvl="6" marL="3200400">
              <a:spcBef>
                <a:spcPts val="0"/>
              </a:spcBef>
              <a:spcAft>
                <a:spcPts val="0"/>
              </a:spcAft>
              <a:buSzPts val="1523"/>
              <a:buChar char="●"/>
              <a:defRPr sz="1523"/>
            </a:lvl7pPr>
            <a:lvl8pPr indent="-325335" lvl="7" marL="3657600">
              <a:spcBef>
                <a:spcPts val="0"/>
              </a:spcBef>
              <a:spcAft>
                <a:spcPts val="0"/>
              </a:spcAft>
              <a:buSzPts val="1523"/>
              <a:buChar char="○"/>
              <a:defRPr sz="1523"/>
            </a:lvl8pPr>
            <a:lvl9pPr indent="-325335" lvl="8" marL="4114800">
              <a:spcBef>
                <a:spcPts val="0"/>
              </a:spcBef>
              <a:spcAft>
                <a:spcPts val="0"/>
              </a:spcAft>
              <a:buSzPts val="1523"/>
              <a:buChar char="■"/>
              <a:defRPr sz="1523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9906841" y="6854299"/>
            <a:ext cx="641700" cy="578400"/>
          </a:xfrm>
          <a:prstGeom prst="rect">
            <a:avLst/>
          </a:prstGeom>
        </p:spPr>
        <p:txBody>
          <a:bodyPr anchorCtr="0" anchor="ctr" bIns="116075" lIns="116075" spcFirstLastPara="1" rIns="116075" wrap="square" tIns="116075">
            <a:normAutofit/>
          </a:bodyPr>
          <a:lstStyle>
            <a:lvl1pPr lvl="0">
              <a:buNone/>
              <a:defRPr sz="1269"/>
            </a:lvl1pPr>
            <a:lvl2pPr lvl="1">
              <a:buNone/>
              <a:defRPr sz="1269"/>
            </a:lvl2pPr>
            <a:lvl3pPr lvl="2">
              <a:buNone/>
              <a:defRPr sz="1269"/>
            </a:lvl3pPr>
            <a:lvl4pPr lvl="3">
              <a:buNone/>
              <a:defRPr sz="1269"/>
            </a:lvl4pPr>
            <a:lvl5pPr lvl="4">
              <a:buNone/>
              <a:defRPr sz="1269"/>
            </a:lvl5pPr>
            <a:lvl6pPr lvl="5">
              <a:buNone/>
              <a:defRPr sz="1269"/>
            </a:lvl6pPr>
            <a:lvl7pPr lvl="6">
              <a:buNone/>
              <a:defRPr sz="1269"/>
            </a:lvl7pPr>
            <a:lvl8pPr lvl="7">
              <a:buNone/>
              <a:defRPr sz="1269"/>
            </a:lvl8pPr>
            <a:lvl9pPr lvl="8">
              <a:buNone/>
              <a:defRPr sz="126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64471" y="654127"/>
            <a:ext cx="9963000" cy="841800"/>
          </a:xfrm>
          <a:prstGeom prst="rect">
            <a:avLst/>
          </a:prstGeom>
        </p:spPr>
        <p:txBody>
          <a:bodyPr anchorCtr="0" anchor="t" bIns="116075" lIns="116075" spcFirstLastPara="1" rIns="116075" wrap="square" tIns="1160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55"/>
              <a:buNone/>
              <a:defRPr sz="3554"/>
            </a:lvl1pPr>
            <a:lvl2pPr lvl="1">
              <a:spcBef>
                <a:spcPts val="0"/>
              </a:spcBef>
              <a:spcAft>
                <a:spcPts val="0"/>
              </a:spcAft>
              <a:buSzPts val="3555"/>
              <a:buNone/>
              <a:defRPr sz="3554"/>
            </a:lvl2pPr>
            <a:lvl3pPr lvl="2">
              <a:spcBef>
                <a:spcPts val="0"/>
              </a:spcBef>
              <a:spcAft>
                <a:spcPts val="0"/>
              </a:spcAft>
              <a:buSzPts val="3555"/>
              <a:buNone/>
              <a:defRPr sz="3554"/>
            </a:lvl3pPr>
            <a:lvl4pPr lvl="3">
              <a:spcBef>
                <a:spcPts val="0"/>
              </a:spcBef>
              <a:spcAft>
                <a:spcPts val="0"/>
              </a:spcAft>
              <a:buSzPts val="3555"/>
              <a:buNone/>
              <a:defRPr sz="3554"/>
            </a:lvl4pPr>
            <a:lvl5pPr lvl="4">
              <a:spcBef>
                <a:spcPts val="0"/>
              </a:spcBef>
              <a:spcAft>
                <a:spcPts val="0"/>
              </a:spcAft>
              <a:buSzPts val="3555"/>
              <a:buNone/>
              <a:defRPr sz="3554"/>
            </a:lvl5pPr>
            <a:lvl6pPr lvl="5">
              <a:spcBef>
                <a:spcPts val="0"/>
              </a:spcBef>
              <a:spcAft>
                <a:spcPts val="0"/>
              </a:spcAft>
              <a:buSzPts val="3555"/>
              <a:buNone/>
              <a:defRPr sz="3554"/>
            </a:lvl6pPr>
            <a:lvl7pPr lvl="6">
              <a:spcBef>
                <a:spcPts val="0"/>
              </a:spcBef>
              <a:spcAft>
                <a:spcPts val="0"/>
              </a:spcAft>
              <a:buSzPts val="3555"/>
              <a:buNone/>
              <a:defRPr sz="3554"/>
            </a:lvl7pPr>
            <a:lvl8pPr lvl="7">
              <a:spcBef>
                <a:spcPts val="0"/>
              </a:spcBef>
              <a:spcAft>
                <a:spcPts val="0"/>
              </a:spcAft>
              <a:buSzPts val="3555"/>
              <a:buNone/>
              <a:defRPr sz="3554"/>
            </a:lvl8pPr>
            <a:lvl9pPr lvl="8">
              <a:spcBef>
                <a:spcPts val="0"/>
              </a:spcBef>
              <a:spcAft>
                <a:spcPts val="0"/>
              </a:spcAft>
              <a:buSzPts val="3555"/>
              <a:buNone/>
              <a:defRPr sz="3554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9906841" y="6854299"/>
            <a:ext cx="641700" cy="578400"/>
          </a:xfrm>
          <a:prstGeom prst="rect">
            <a:avLst/>
          </a:prstGeom>
        </p:spPr>
        <p:txBody>
          <a:bodyPr anchorCtr="0" anchor="ctr" bIns="116075" lIns="116075" spcFirstLastPara="1" rIns="116075" wrap="square" tIns="116075">
            <a:normAutofit/>
          </a:bodyPr>
          <a:lstStyle>
            <a:lvl1pPr lvl="0">
              <a:buNone/>
              <a:defRPr sz="1269"/>
            </a:lvl1pPr>
            <a:lvl2pPr lvl="1">
              <a:buNone/>
              <a:defRPr sz="1269"/>
            </a:lvl2pPr>
            <a:lvl3pPr lvl="2">
              <a:buNone/>
              <a:defRPr sz="1269"/>
            </a:lvl3pPr>
            <a:lvl4pPr lvl="3">
              <a:buNone/>
              <a:defRPr sz="1269"/>
            </a:lvl4pPr>
            <a:lvl5pPr lvl="4">
              <a:buNone/>
              <a:defRPr sz="1269"/>
            </a:lvl5pPr>
            <a:lvl6pPr lvl="5">
              <a:buNone/>
              <a:defRPr sz="1269"/>
            </a:lvl6pPr>
            <a:lvl7pPr lvl="6">
              <a:buNone/>
              <a:defRPr sz="1269"/>
            </a:lvl7pPr>
            <a:lvl8pPr lvl="7">
              <a:buNone/>
              <a:defRPr sz="1269"/>
            </a:lvl8pPr>
            <a:lvl9pPr lvl="8">
              <a:buNone/>
              <a:defRPr sz="126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64471" y="816657"/>
            <a:ext cx="3283500" cy="1110900"/>
          </a:xfrm>
          <a:prstGeom prst="rect">
            <a:avLst/>
          </a:prstGeom>
        </p:spPr>
        <p:txBody>
          <a:bodyPr anchorCtr="0" anchor="b" bIns="116075" lIns="116075" spcFirstLastPara="1" rIns="116075" wrap="square" tIns="1160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47"/>
              <a:buNone/>
              <a:defRPr sz="3046"/>
            </a:lvl1pPr>
            <a:lvl2pPr lvl="1">
              <a:spcBef>
                <a:spcPts val="0"/>
              </a:spcBef>
              <a:spcAft>
                <a:spcPts val="0"/>
              </a:spcAft>
              <a:buSzPts val="3047"/>
              <a:buNone/>
              <a:defRPr sz="3046"/>
            </a:lvl2pPr>
            <a:lvl3pPr lvl="2">
              <a:spcBef>
                <a:spcPts val="0"/>
              </a:spcBef>
              <a:spcAft>
                <a:spcPts val="0"/>
              </a:spcAft>
              <a:buSzPts val="3047"/>
              <a:buNone/>
              <a:defRPr sz="3046"/>
            </a:lvl3pPr>
            <a:lvl4pPr lvl="3">
              <a:spcBef>
                <a:spcPts val="0"/>
              </a:spcBef>
              <a:spcAft>
                <a:spcPts val="0"/>
              </a:spcAft>
              <a:buSzPts val="3047"/>
              <a:buNone/>
              <a:defRPr sz="3046"/>
            </a:lvl4pPr>
            <a:lvl5pPr lvl="4">
              <a:spcBef>
                <a:spcPts val="0"/>
              </a:spcBef>
              <a:spcAft>
                <a:spcPts val="0"/>
              </a:spcAft>
              <a:buSzPts val="3047"/>
              <a:buNone/>
              <a:defRPr sz="3046"/>
            </a:lvl5pPr>
            <a:lvl6pPr lvl="5">
              <a:spcBef>
                <a:spcPts val="0"/>
              </a:spcBef>
              <a:spcAft>
                <a:spcPts val="0"/>
              </a:spcAft>
              <a:buSzPts val="3047"/>
              <a:buNone/>
              <a:defRPr sz="3046"/>
            </a:lvl6pPr>
            <a:lvl7pPr lvl="6">
              <a:spcBef>
                <a:spcPts val="0"/>
              </a:spcBef>
              <a:spcAft>
                <a:spcPts val="0"/>
              </a:spcAft>
              <a:buSzPts val="3047"/>
              <a:buNone/>
              <a:defRPr sz="3046"/>
            </a:lvl7pPr>
            <a:lvl8pPr lvl="7">
              <a:spcBef>
                <a:spcPts val="0"/>
              </a:spcBef>
              <a:spcAft>
                <a:spcPts val="0"/>
              </a:spcAft>
              <a:buSzPts val="3047"/>
              <a:buNone/>
              <a:defRPr sz="3046"/>
            </a:lvl8pPr>
            <a:lvl9pPr lvl="8">
              <a:spcBef>
                <a:spcPts val="0"/>
              </a:spcBef>
              <a:spcAft>
                <a:spcPts val="0"/>
              </a:spcAft>
              <a:buSzPts val="3047"/>
              <a:buNone/>
              <a:defRPr sz="3046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64471" y="2042524"/>
            <a:ext cx="3283500" cy="4673400"/>
          </a:xfrm>
          <a:prstGeom prst="rect">
            <a:avLst/>
          </a:prstGeom>
        </p:spPr>
        <p:txBody>
          <a:bodyPr anchorCtr="0" anchor="t" bIns="116075" lIns="116075" spcFirstLastPara="1" rIns="116075" wrap="square" tIns="116075">
            <a:normAutofit/>
          </a:bodyPr>
          <a:lstStyle>
            <a:lvl1pPr indent="-325335" lvl="0" marL="457200">
              <a:spcBef>
                <a:spcPts val="0"/>
              </a:spcBef>
              <a:spcAft>
                <a:spcPts val="0"/>
              </a:spcAft>
              <a:buSzPts val="1523"/>
              <a:buChar char="●"/>
              <a:defRPr sz="1523"/>
            </a:lvl1pPr>
            <a:lvl2pPr indent="-325335" lvl="1" marL="914400">
              <a:spcBef>
                <a:spcPts val="0"/>
              </a:spcBef>
              <a:spcAft>
                <a:spcPts val="0"/>
              </a:spcAft>
              <a:buSzPts val="1523"/>
              <a:buChar char="○"/>
              <a:defRPr sz="1523"/>
            </a:lvl2pPr>
            <a:lvl3pPr indent="-325335" lvl="2" marL="1371600">
              <a:spcBef>
                <a:spcPts val="0"/>
              </a:spcBef>
              <a:spcAft>
                <a:spcPts val="0"/>
              </a:spcAft>
              <a:buSzPts val="1523"/>
              <a:buChar char="■"/>
              <a:defRPr sz="1523"/>
            </a:lvl3pPr>
            <a:lvl4pPr indent="-325335" lvl="3" marL="1828800">
              <a:spcBef>
                <a:spcPts val="0"/>
              </a:spcBef>
              <a:spcAft>
                <a:spcPts val="0"/>
              </a:spcAft>
              <a:buSzPts val="1523"/>
              <a:buChar char="●"/>
              <a:defRPr sz="1523"/>
            </a:lvl4pPr>
            <a:lvl5pPr indent="-325335" lvl="4" marL="2286000">
              <a:spcBef>
                <a:spcPts val="0"/>
              </a:spcBef>
              <a:spcAft>
                <a:spcPts val="0"/>
              </a:spcAft>
              <a:buSzPts val="1523"/>
              <a:buChar char="○"/>
              <a:defRPr sz="1523"/>
            </a:lvl5pPr>
            <a:lvl6pPr indent="-325335" lvl="5" marL="2743200">
              <a:spcBef>
                <a:spcPts val="0"/>
              </a:spcBef>
              <a:spcAft>
                <a:spcPts val="0"/>
              </a:spcAft>
              <a:buSzPts val="1523"/>
              <a:buChar char="■"/>
              <a:defRPr sz="1523"/>
            </a:lvl6pPr>
            <a:lvl7pPr indent="-325335" lvl="6" marL="3200400">
              <a:spcBef>
                <a:spcPts val="0"/>
              </a:spcBef>
              <a:spcAft>
                <a:spcPts val="0"/>
              </a:spcAft>
              <a:buSzPts val="1523"/>
              <a:buChar char="●"/>
              <a:defRPr sz="1523"/>
            </a:lvl7pPr>
            <a:lvl8pPr indent="-325335" lvl="7" marL="3657600">
              <a:spcBef>
                <a:spcPts val="0"/>
              </a:spcBef>
              <a:spcAft>
                <a:spcPts val="0"/>
              </a:spcAft>
              <a:buSzPts val="1523"/>
              <a:buChar char="○"/>
              <a:defRPr sz="1523"/>
            </a:lvl8pPr>
            <a:lvl9pPr indent="-325335" lvl="8" marL="4114800">
              <a:spcBef>
                <a:spcPts val="0"/>
              </a:spcBef>
              <a:spcAft>
                <a:spcPts val="0"/>
              </a:spcAft>
              <a:buSzPts val="1523"/>
              <a:buChar char="■"/>
              <a:defRPr sz="1523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9906841" y="6854299"/>
            <a:ext cx="641700" cy="578400"/>
          </a:xfrm>
          <a:prstGeom prst="rect">
            <a:avLst/>
          </a:prstGeom>
        </p:spPr>
        <p:txBody>
          <a:bodyPr anchorCtr="0" anchor="ctr" bIns="116075" lIns="116075" spcFirstLastPara="1" rIns="116075" wrap="square" tIns="116075">
            <a:normAutofit/>
          </a:bodyPr>
          <a:lstStyle>
            <a:lvl1pPr lvl="0">
              <a:buNone/>
              <a:defRPr sz="1269"/>
            </a:lvl1pPr>
            <a:lvl2pPr lvl="1">
              <a:buNone/>
              <a:defRPr sz="1269"/>
            </a:lvl2pPr>
            <a:lvl3pPr lvl="2">
              <a:buNone/>
              <a:defRPr sz="1269"/>
            </a:lvl3pPr>
            <a:lvl4pPr lvl="3">
              <a:buNone/>
              <a:defRPr sz="1269"/>
            </a:lvl4pPr>
            <a:lvl5pPr lvl="4">
              <a:buNone/>
              <a:defRPr sz="1269"/>
            </a:lvl5pPr>
            <a:lvl6pPr lvl="5">
              <a:buNone/>
              <a:defRPr sz="1269"/>
            </a:lvl6pPr>
            <a:lvl7pPr lvl="6">
              <a:buNone/>
              <a:defRPr sz="1269"/>
            </a:lvl7pPr>
            <a:lvl8pPr lvl="7">
              <a:buNone/>
              <a:defRPr sz="1269"/>
            </a:lvl8pPr>
            <a:lvl9pPr lvl="8">
              <a:buNone/>
              <a:defRPr sz="126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573249" y="661660"/>
            <a:ext cx="7446000" cy="6012900"/>
          </a:xfrm>
          <a:prstGeom prst="rect">
            <a:avLst/>
          </a:prstGeom>
        </p:spPr>
        <p:txBody>
          <a:bodyPr anchorCtr="0" anchor="ctr" bIns="116075" lIns="116075" spcFirstLastPara="1" rIns="116075" wrap="square" tIns="1160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94"/>
              <a:buNone/>
              <a:defRPr sz="6093"/>
            </a:lvl1pPr>
            <a:lvl2pPr lvl="1">
              <a:spcBef>
                <a:spcPts val="0"/>
              </a:spcBef>
              <a:spcAft>
                <a:spcPts val="0"/>
              </a:spcAft>
              <a:buSzPts val="6094"/>
              <a:buNone/>
              <a:defRPr sz="6093"/>
            </a:lvl2pPr>
            <a:lvl3pPr lvl="2">
              <a:spcBef>
                <a:spcPts val="0"/>
              </a:spcBef>
              <a:spcAft>
                <a:spcPts val="0"/>
              </a:spcAft>
              <a:buSzPts val="6094"/>
              <a:buNone/>
              <a:defRPr sz="6093"/>
            </a:lvl3pPr>
            <a:lvl4pPr lvl="3">
              <a:spcBef>
                <a:spcPts val="0"/>
              </a:spcBef>
              <a:spcAft>
                <a:spcPts val="0"/>
              </a:spcAft>
              <a:buSzPts val="6094"/>
              <a:buNone/>
              <a:defRPr sz="6093"/>
            </a:lvl4pPr>
            <a:lvl5pPr lvl="4">
              <a:spcBef>
                <a:spcPts val="0"/>
              </a:spcBef>
              <a:spcAft>
                <a:spcPts val="0"/>
              </a:spcAft>
              <a:buSzPts val="6094"/>
              <a:buNone/>
              <a:defRPr sz="6093"/>
            </a:lvl5pPr>
            <a:lvl6pPr lvl="5">
              <a:spcBef>
                <a:spcPts val="0"/>
              </a:spcBef>
              <a:spcAft>
                <a:spcPts val="0"/>
              </a:spcAft>
              <a:buSzPts val="6094"/>
              <a:buNone/>
              <a:defRPr sz="6093"/>
            </a:lvl6pPr>
            <a:lvl7pPr lvl="6">
              <a:spcBef>
                <a:spcPts val="0"/>
              </a:spcBef>
              <a:spcAft>
                <a:spcPts val="0"/>
              </a:spcAft>
              <a:buSzPts val="6094"/>
              <a:buNone/>
              <a:defRPr sz="6093"/>
            </a:lvl7pPr>
            <a:lvl8pPr lvl="7">
              <a:spcBef>
                <a:spcPts val="0"/>
              </a:spcBef>
              <a:spcAft>
                <a:spcPts val="0"/>
              </a:spcAft>
              <a:buSzPts val="6094"/>
              <a:buNone/>
              <a:defRPr sz="6093"/>
            </a:lvl8pPr>
            <a:lvl9pPr lvl="8">
              <a:spcBef>
                <a:spcPts val="0"/>
              </a:spcBef>
              <a:spcAft>
                <a:spcPts val="0"/>
              </a:spcAft>
              <a:buSzPts val="6094"/>
              <a:buNone/>
              <a:defRPr sz="6093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9906841" y="6854299"/>
            <a:ext cx="641700" cy="578400"/>
          </a:xfrm>
          <a:prstGeom prst="rect">
            <a:avLst/>
          </a:prstGeom>
        </p:spPr>
        <p:txBody>
          <a:bodyPr anchorCtr="0" anchor="ctr" bIns="116075" lIns="116075" spcFirstLastPara="1" rIns="116075" wrap="square" tIns="116075">
            <a:normAutofit/>
          </a:bodyPr>
          <a:lstStyle>
            <a:lvl1pPr lvl="0">
              <a:buNone/>
              <a:defRPr sz="1269"/>
            </a:lvl1pPr>
            <a:lvl2pPr lvl="1">
              <a:buNone/>
              <a:defRPr sz="1269"/>
            </a:lvl2pPr>
            <a:lvl3pPr lvl="2">
              <a:buNone/>
              <a:defRPr sz="1269"/>
            </a:lvl3pPr>
            <a:lvl4pPr lvl="3">
              <a:buNone/>
              <a:defRPr sz="1269"/>
            </a:lvl4pPr>
            <a:lvl5pPr lvl="4">
              <a:buNone/>
              <a:defRPr sz="1269"/>
            </a:lvl5pPr>
            <a:lvl6pPr lvl="5">
              <a:buNone/>
              <a:defRPr sz="1269"/>
            </a:lvl6pPr>
            <a:lvl7pPr lvl="6">
              <a:buNone/>
              <a:defRPr sz="1269"/>
            </a:lvl7pPr>
            <a:lvl8pPr lvl="7">
              <a:buNone/>
              <a:defRPr sz="1269"/>
            </a:lvl8pPr>
            <a:lvl9pPr lvl="8">
              <a:buNone/>
              <a:defRPr sz="126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346038" y="-184"/>
            <a:ext cx="5346000" cy="7560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16075" lIns="116075" spcFirstLastPara="1" rIns="116075" wrap="square" tIns="11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310449" y="1812601"/>
            <a:ext cx="4730100" cy="2178900"/>
          </a:xfrm>
          <a:prstGeom prst="rect">
            <a:avLst/>
          </a:prstGeom>
        </p:spPr>
        <p:txBody>
          <a:bodyPr anchorCtr="0" anchor="b" bIns="116075" lIns="116075" spcFirstLastPara="1" rIns="116075" wrap="square" tIns="1160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332"/>
              <a:buNone/>
              <a:defRPr sz="5331"/>
            </a:lvl1pPr>
            <a:lvl2pPr lvl="1" algn="ctr">
              <a:spcBef>
                <a:spcPts val="0"/>
              </a:spcBef>
              <a:spcAft>
                <a:spcPts val="0"/>
              </a:spcAft>
              <a:buSzPts val="5332"/>
              <a:buNone/>
              <a:defRPr sz="5331"/>
            </a:lvl2pPr>
            <a:lvl3pPr lvl="2" algn="ctr">
              <a:spcBef>
                <a:spcPts val="0"/>
              </a:spcBef>
              <a:spcAft>
                <a:spcPts val="0"/>
              </a:spcAft>
              <a:buSzPts val="5332"/>
              <a:buNone/>
              <a:defRPr sz="5331"/>
            </a:lvl3pPr>
            <a:lvl4pPr lvl="3" algn="ctr">
              <a:spcBef>
                <a:spcPts val="0"/>
              </a:spcBef>
              <a:spcAft>
                <a:spcPts val="0"/>
              </a:spcAft>
              <a:buSzPts val="5332"/>
              <a:buNone/>
              <a:defRPr sz="5331"/>
            </a:lvl4pPr>
            <a:lvl5pPr lvl="4" algn="ctr">
              <a:spcBef>
                <a:spcPts val="0"/>
              </a:spcBef>
              <a:spcAft>
                <a:spcPts val="0"/>
              </a:spcAft>
              <a:buSzPts val="5332"/>
              <a:buNone/>
              <a:defRPr sz="5331"/>
            </a:lvl5pPr>
            <a:lvl6pPr lvl="5" algn="ctr">
              <a:spcBef>
                <a:spcPts val="0"/>
              </a:spcBef>
              <a:spcAft>
                <a:spcPts val="0"/>
              </a:spcAft>
              <a:buSzPts val="5332"/>
              <a:buNone/>
              <a:defRPr sz="5331"/>
            </a:lvl6pPr>
            <a:lvl7pPr lvl="6" algn="ctr">
              <a:spcBef>
                <a:spcPts val="0"/>
              </a:spcBef>
              <a:spcAft>
                <a:spcPts val="0"/>
              </a:spcAft>
              <a:buSzPts val="5332"/>
              <a:buNone/>
              <a:defRPr sz="5331"/>
            </a:lvl7pPr>
            <a:lvl8pPr lvl="7" algn="ctr">
              <a:spcBef>
                <a:spcPts val="0"/>
              </a:spcBef>
              <a:spcAft>
                <a:spcPts val="0"/>
              </a:spcAft>
              <a:buSzPts val="5332"/>
              <a:buNone/>
              <a:defRPr sz="5331"/>
            </a:lvl8pPr>
            <a:lvl9pPr lvl="8" algn="ctr">
              <a:spcBef>
                <a:spcPts val="0"/>
              </a:spcBef>
              <a:spcAft>
                <a:spcPts val="0"/>
              </a:spcAft>
              <a:buSzPts val="5332"/>
              <a:buNone/>
              <a:defRPr sz="5331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310449" y="4120141"/>
            <a:ext cx="4730100" cy="1815300"/>
          </a:xfrm>
          <a:prstGeom prst="rect">
            <a:avLst/>
          </a:prstGeom>
        </p:spPr>
        <p:txBody>
          <a:bodyPr anchorCtr="0" anchor="t" bIns="116075" lIns="116075" spcFirstLastPara="1" rIns="116075" wrap="square" tIns="1160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66"/>
              <a:buNone/>
              <a:defRPr sz="2665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66"/>
              <a:buNone/>
              <a:defRPr sz="2665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66"/>
              <a:buNone/>
              <a:defRPr sz="2665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66"/>
              <a:buNone/>
              <a:defRPr sz="2665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66"/>
              <a:buNone/>
              <a:defRPr sz="2665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66"/>
              <a:buNone/>
              <a:defRPr sz="2665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66"/>
              <a:buNone/>
              <a:defRPr sz="2665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66"/>
              <a:buNone/>
              <a:defRPr sz="2665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66"/>
              <a:buNone/>
              <a:defRPr sz="2665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5775755" y="1064292"/>
            <a:ext cx="4486500" cy="5431200"/>
          </a:xfrm>
          <a:prstGeom prst="rect">
            <a:avLst/>
          </a:prstGeom>
        </p:spPr>
        <p:txBody>
          <a:bodyPr anchorCtr="0" anchor="ctr" bIns="116075" lIns="116075" spcFirstLastPara="1" rIns="116075" wrap="square" tIns="116075">
            <a:normAutofit/>
          </a:bodyPr>
          <a:lstStyle>
            <a:lvl1pPr indent="-373702" lvl="0" marL="457200">
              <a:spcBef>
                <a:spcPts val="0"/>
              </a:spcBef>
              <a:spcAft>
                <a:spcPts val="0"/>
              </a:spcAft>
              <a:buSzPts val="2285"/>
              <a:buChar char="●"/>
              <a:defRPr sz="2285"/>
            </a:lvl1pPr>
            <a:lvl2pPr indent="-341457" lvl="1" marL="914400">
              <a:spcBef>
                <a:spcPts val="0"/>
              </a:spcBef>
              <a:spcAft>
                <a:spcPts val="0"/>
              </a:spcAft>
              <a:buSzPts val="1777"/>
              <a:buChar char="○"/>
              <a:defRPr sz="1777"/>
            </a:lvl2pPr>
            <a:lvl3pPr indent="-341457" lvl="2" marL="1371600">
              <a:spcBef>
                <a:spcPts val="0"/>
              </a:spcBef>
              <a:spcAft>
                <a:spcPts val="0"/>
              </a:spcAft>
              <a:buSzPts val="1777"/>
              <a:buChar char="■"/>
              <a:defRPr sz="1777"/>
            </a:lvl3pPr>
            <a:lvl4pPr indent="-341457" lvl="3" marL="1828800">
              <a:spcBef>
                <a:spcPts val="0"/>
              </a:spcBef>
              <a:spcAft>
                <a:spcPts val="0"/>
              </a:spcAft>
              <a:buSzPts val="1777"/>
              <a:buChar char="●"/>
              <a:defRPr sz="1777"/>
            </a:lvl4pPr>
            <a:lvl5pPr indent="-341457" lvl="4" marL="2286000">
              <a:spcBef>
                <a:spcPts val="0"/>
              </a:spcBef>
              <a:spcAft>
                <a:spcPts val="0"/>
              </a:spcAft>
              <a:buSzPts val="1777"/>
              <a:buChar char="○"/>
              <a:defRPr sz="1777"/>
            </a:lvl5pPr>
            <a:lvl6pPr indent="-341457" lvl="5" marL="2743200">
              <a:spcBef>
                <a:spcPts val="0"/>
              </a:spcBef>
              <a:spcAft>
                <a:spcPts val="0"/>
              </a:spcAft>
              <a:buSzPts val="1777"/>
              <a:buChar char="■"/>
              <a:defRPr sz="1777"/>
            </a:lvl6pPr>
            <a:lvl7pPr indent="-341457" lvl="6" marL="3200400">
              <a:spcBef>
                <a:spcPts val="0"/>
              </a:spcBef>
              <a:spcAft>
                <a:spcPts val="0"/>
              </a:spcAft>
              <a:buSzPts val="1777"/>
              <a:buChar char="●"/>
              <a:defRPr sz="1777"/>
            </a:lvl7pPr>
            <a:lvl8pPr indent="-341457" lvl="7" marL="3657600">
              <a:spcBef>
                <a:spcPts val="0"/>
              </a:spcBef>
              <a:spcAft>
                <a:spcPts val="0"/>
              </a:spcAft>
              <a:buSzPts val="1777"/>
              <a:buChar char="○"/>
              <a:defRPr sz="1777"/>
            </a:lvl8pPr>
            <a:lvl9pPr indent="-341457" lvl="8" marL="4114800">
              <a:spcBef>
                <a:spcPts val="0"/>
              </a:spcBef>
              <a:spcAft>
                <a:spcPts val="0"/>
              </a:spcAft>
              <a:buSzPts val="1777"/>
              <a:buChar char="■"/>
              <a:defRPr sz="1777"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9906841" y="6854299"/>
            <a:ext cx="641700" cy="578400"/>
          </a:xfrm>
          <a:prstGeom prst="rect">
            <a:avLst/>
          </a:prstGeom>
        </p:spPr>
        <p:txBody>
          <a:bodyPr anchorCtr="0" anchor="ctr" bIns="116075" lIns="116075" spcFirstLastPara="1" rIns="116075" wrap="square" tIns="116075">
            <a:normAutofit/>
          </a:bodyPr>
          <a:lstStyle>
            <a:lvl1pPr lvl="0">
              <a:buNone/>
              <a:defRPr sz="1269"/>
            </a:lvl1pPr>
            <a:lvl2pPr lvl="1">
              <a:buNone/>
              <a:defRPr sz="1269"/>
            </a:lvl2pPr>
            <a:lvl3pPr lvl="2">
              <a:buNone/>
              <a:defRPr sz="1269"/>
            </a:lvl3pPr>
            <a:lvl4pPr lvl="3">
              <a:buNone/>
              <a:defRPr sz="1269"/>
            </a:lvl4pPr>
            <a:lvl5pPr lvl="4">
              <a:buNone/>
              <a:defRPr sz="1269"/>
            </a:lvl5pPr>
            <a:lvl6pPr lvl="5">
              <a:buNone/>
              <a:defRPr sz="1269"/>
            </a:lvl6pPr>
            <a:lvl7pPr lvl="6">
              <a:buNone/>
              <a:defRPr sz="1269"/>
            </a:lvl7pPr>
            <a:lvl8pPr lvl="7">
              <a:buNone/>
              <a:defRPr sz="1269"/>
            </a:lvl8pPr>
            <a:lvl9pPr lvl="8">
              <a:buNone/>
              <a:defRPr sz="126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64471" y="6218374"/>
            <a:ext cx="7014300" cy="889500"/>
          </a:xfrm>
          <a:prstGeom prst="rect">
            <a:avLst/>
          </a:prstGeom>
        </p:spPr>
        <p:txBody>
          <a:bodyPr anchorCtr="0" anchor="ctr" bIns="116075" lIns="116075" spcFirstLastPara="1" rIns="116075" wrap="square" tIns="11607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85"/>
              <a:buNone/>
              <a:defRPr sz="2285"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9906841" y="6854299"/>
            <a:ext cx="641700" cy="578400"/>
          </a:xfrm>
          <a:prstGeom prst="rect">
            <a:avLst/>
          </a:prstGeom>
        </p:spPr>
        <p:txBody>
          <a:bodyPr anchorCtr="0" anchor="ctr" bIns="116075" lIns="116075" spcFirstLastPara="1" rIns="116075" wrap="square" tIns="116075">
            <a:normAutofit/>
          </a:bodyPr>
          <a:lstStyle>
            <a:lvl1pPr lvl="0">
              <a:buNone/>
              <a:defRPr sz="1269"/>
            </a:lvl1pPr>
            <a:lvl2pPr lvl="1">
              <a:buNone/>
              <a:defRPr sz="1269"/>
            </a:lvl2pPr>
            <a:lvl3pPr lvl="2">
              <a:buNone/>
              <a:defRPr sz="1269"/>
            </a:lvl3pPr>
            <a:lvl4pPr lvl="3">
              <a:buNone/>
              <a:defRPr sz="1269"/>
            </a:lvl4pPr>
            <a:lvl5pPr lvl="4">
              <a:buNone/>
              <a:defRPr sz="1269"/>
            </a:lvl5pPr>
            <a:lvl6pPr lvl="5">
              <a:buNone/>
              <a:defRPr sz="1269"/>
            </a:lvl6pPr>
            <a:lvl7pPr lvl="6">
              <a:buNone/>
              <a:defRPr sz="1269"/>
            </a:lvl7pPr>
            <a:lvl8pPr lvl="7">
              <a:buNone/>
              <a:defRPr sz="1269"/>
            </a:lvl8pPr>
            <a:lvl9pPr lvl="8">
              <a:buNone/>
              <a:defRPr sz="126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64471" y="1625854"/>
            <a:ext cx="9963000" cy="2886000"/>
          </a:xfrm>
          <a:prstGeom prst="rect">
            <a:avLst/>
          </a:prstGeom>
        </p:spPr>
        <p:txBody>
          <a:bodyPr anchorCtr="0" anchor="b" bIns="116075" lIns="116075" spcFirstLastPara="1" rIns="116075" wrap="square" tIns="1160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234"/>
              <a:buNone/>
              <a:defRPr sz="15233"/>
            </a:lvl1pPr>
            <a:lvl2pPr lvl="1" algn="ctr">
              <a:spcBef>
                <a:spcPts val="0"/>
              </a:spcBef>
              <a:spcAft>
                <a:spcPts val="0"/>
              </a:spcAft>
              <a:buSzPts val="15234"/>
              <a:buNone/>
              <a:defRPr sz="15233"/>
            </a:lvl2pPr>
            <a:lvl3pPr lvl="2" algn="ctr">
              <a:spcBef>
                <a:spcPts val="0"/>
              </a:spcBef>
              <a:spcAft>
                <a:spcPts val="0"/>
              </a:spcAft>
              <a:buSzPts val="15234"/>
              <a:buNone/>
              <a:defRPr sz="15233"/>
            </a:lvl3pPr>
            <a:lvl4pPr lvl="3" algn="ctr">
              <a:spcBef>
                <a:spcPts val="0"/>
              </a:spcBef>
              <a:spcAft>
                <a:spcPts val="0"/>
              </a:spcAft>
              <a:buSzPts val="15234"/>
              <a:buNone/>
              <a:defRPr sz="15233"/>
            </a:lvl4pPr>
            <a:lvl5pPr lvl="4" algn="ctr">
              <a:spcBef>
                <a:spcPts val="0"/>
              </a:spcBef>
              <a:spcAft>
                <a:spcPts val="0"/>
              </a:spcAft>
              <a:buSzPts val="15234"/>
              <a:buNone/>
              <a:defRPr sz="15233"/>
            </a:lvl5pPr>
            <a:lvl6pPr lvl="5" algn="ctr">
              <a:spcBef>
                <a:spcPts val="0"/>
              </a:spcBef>
              <a:spcAft>
                <a:spcPts val="0"/>
              </a:spcAft>
              <a:buSzPts val="15234"/>
              <a:buNone/>
              <a:defRPr sz="15233"/>
            </a:lvl6pPr>
            <a:lvl7pPr lvl="6" algn="ctr">
              <a:spcBef>
                <a:spcPts val="0"/>
              </a:spcBef>
              <a:spcAft>
                <a:spcPts val="0"/>
              </a:spcAft>
              <a:buSzPts val="15234"/>
              <a:buNone/>
              <a:defRPr sz="15233"/>
            </a:lvl7pPr>
            <a:lvl8pPr lvl="7" algn="ctr">
              <a:spcBef>
                <a:spcPts val="0"/>
              </a:spcBef>
              <a:spcAft>
                <a:spcPts val="0"/>
              </a:spcAft>
              <a:buSzPts val="15234"/>
              <a:buNone/>
              <a:defRPr sz="15233"/>
            </a:lvl8pPr>
            <a:lvl9pPr lvl="8" algn="ctr">
              <a:spcBef>
                <a:spcPts val="0"/>
              </a:spcBef>
              <a:spcAft>
                <a:spcPts val="0"/>
              </a:spcAft>
              <a:buSzPts val="15234"/>
              <a:buNone/>
              <a:defRPr sz="15233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64471" y="4633345"/>
            <a:ext cx="9963000" cy="1911900"/>
          </a:xfrm>
          <a:prstGeom prst="rect">
            <a:avLst/>
          </a:prstGeom>
        </p:spPr>
        <p:txBody>
          <a:bodyPr anchorCtr="0" anchor="t" bIns="116075" lIns="116075" spcFirstLastPara="1" rIns="116075" wrap="square" tIns="116075">
            <a:normAutofit/>
          </a:bodyPr>
          <a:lstStyle>
            <a:lvl1pPr indent="-373702" lvl="0" marL="457200" algn="ctr">
              <a:spcBef>
                <a:spcPts val="0"/>
              </a:spcBef>
              <a:spcAft>
                <a:spcPts val="0"/>
              </a:spcAft>
              <a:buSzPts val="2285"/>
              <a:buChar char="●"/>
              <a:defRPr sz="2285"/>
            </a:lvl1pPr>
            <a:lvl2pPr indent="-341457" lvl="1" marL="914400" algn="ctr">
              <a:spcBef>
                <a:spcPts val="0"/>
              </a:spcBef>
              <a:spcAft>
                <a:spcPts val="0"/>
              </a:spcAft>
              <a:buSzPts val="1777"/>
              <a:buChar char="○"/>
              <a:defRPr sz="1777"/>
            </a:lvl2pPr>
            <a:lvl3pPr indent="-341457" lvl="2" marL="1371600" algn="ctr">
              <a:spcBef>
                <a:spcPts val="0"/>
              </a:spcBef>
              <a:spcAft>
                <a:spcPts val="0"/>
              </a:spcAft>
              <a:buSzPts val="1777"/>
              <a:buChar char="■"/>
              <a:defRPr sz="1777"/>
            </a:lvl3pPr>
            <a:lvl4pPr indent="-341457" lvl="3" marL="1828800" algn="ctr">
              <a:spcBef>
                <a:spcPts val="0"/>
              </a:spcBef>
              <a:spcAft>
                <a:spcPts val="0"/>
              </a:spcAft>
              <a:buSzPts val="1777"/>
              <a:buChar char="●"/>
              <a:defRPr sz="1777"/>
            </a:lvl4pPr>
            <a:lvl5pPr indent="-341457" lvl="4" marL="2286000" algn="ctr">
              <a:spcBef>
                <a:spcPts val="0"/>
              </a:spcBef>
              <a:spcAft>
                <a:spcPts val="0"/>
              </a:spcAft>
              <a:buSzPts val="1777"/>
              <a:buChar char="○"/>
              <a:defRPr sz="1777"/>
            </a:lvl5pPr>
            <a:lvl6pPr indent="-341457" lvl="5" marL="2743200" algn="ctr">
              <a:spcBef>
                <a:spcPts val="0"/>
              </a:spcBef>
              <a:spcAft>
                <a:spcPts val="0"/>
              </a:spcAft>
              <a:buSzPts val="1777"/>
              <a:buChar char="■"/>
              <a:defRPr sz="1777"/>
            </a:lvl6pPr>
            <a:lvl7pPr indent="-341457" lvl="6" marL="3200400" algn="ctr">
              <a:spcBef>
                <a:spcPts val="0"/>
              </a:spcBef>
              <a:spcAft>
                <a:spcPts val="0"/>
              </a:spcAft>
              <a:buSzPts val="1777"/>
              <a:buChar char="●"/>
              <a:defRPr sz="1777"/>
            </a:lvl7pPr>
            <a:lvl8pPr indent="-341457" lvl="7" marL="3657600" algn="ctr">
              <a:spcBef>
                <a:spcPts val="0"/>
              </a:spcBef>
              <a:spcAft>
                <a:spcPts val="0"/>
              </a:spcAft>
              <a:buSzPts val="1777"/>
              <a:buChar char="○"/>
              <a:defRPr sz="1777"/>
            </a:lvl8pPr>
            <a:lvl9pPr indent="-341457" lvl="8" marL="4114800" algn="ctr">
              <a:spcBef>
                <a:spcPts val="0"/>
              </a:spcBef>
              <a:spcAft>
                <a:spcPts val="0"/>
              </a:spcAft>
              <a:buSzPts val="1777"/>
              <a:buChar char="■"/>
              <a:defRPr sz="1777"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9906841" y="6854299"/>
            <a:ext cx="641700" cy="578400"/>
          </a:xfrm>
          <a:prstGeom prst="rect">
            <a:avLst/>
          </a:prstGeom>
        </p:spPr>
        <p:txBody>
          <a:bodyPr anchorCtr="0" anchor="ctr" bIns="116075" lIns="116075" spcFirstLastPara="1" rIns="116075" wrap="square" tIns="116075">
            <a:normAutofit/>
          </a:bodyPr>
          <a:lstStyle>
            <a:lvl1pPr lvl="0">
              <a:buNone/>
              <a:defRPr sz="1269"/>
            </a:lvl1pPr>
            <a:lvl2pPr lvl="1">
              <a:buNone/>
              <a:defRPr sz="1269"/>
            </a:lvl2pPr>
            <a:lvl3pPr lvl="2">
              <a:buNone/>
              <a:defRPr sz="1269"/>
            </a:lvl3pPr>
            <a:lvl4pPr lvl="3">
              <a:buNone/>
              <a:defRPr sz="1269"/>
            </a:lvl4pPr>
            <a:lvl5pPr lvl="4">
              <a:buNone/>
              <a:defRPr sz="1269"/>
            </a:lvl5pPr>
            <a:lvl6pPr lvl="5">
              <a:buNone/>
              <a:defRPr sz="1269"/>
            </a:lvl6pPr>
            <a:lvl7pPr lvl="6">
              <a:buNone/>
              <a:defRPr sz="1269"/>
            </a:lvl7pPr>
            <a:lvl8pPr lvl="7">
              <a:buNone/>
              <a:defRPr sz="1269"/>
            </a:lvl8pPr>
            <a:lvl9pPr lvl="8">
              <a:buNone/>
              <a:defRPr sz="126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9906841" y="6854299"/>
            <a:ext cx="641700" cy="578400"/>
          </a:xfrm>
          <a:prstGeom prst="rect">
            <a:avLst/>
          </a:prstGeom>
        </p:spPr>
        <p:txBody>
          <a:bodyPr anchorCtr="0" anchor="ctr" bIns="116075" lIns="116075" spcFirstLastPara="1" rIns="116075" wrap="square" tIns="116075">
            <a:normAutofit/>
          </a:bodyPr>
          <a:lstStyle>
            <a:lvl1pPr lvl="0">
              <a:buNone/>
              <a:defRPr sz="1269"/>
            </a:lvl1pPr>
            <a:lvl2pPr lvl="1">
              <a:buNone/>
              <a:defRPr sz="1269"/>
            </a:lvl2pPr>
            <a:lvl3pPr lvl="2">
              <a:buNone/>
              <a:defRPr sz="1269"/>
            </a:lvl3pPr>
            <a:lvl4pPr lvl="3">
              <a:buNone/>
              <a:defRPr sz="1269"/>
            </a:lvl4pPr>
            <a:lvl5pPr lvl="4">
              <a:buNone/>
              <a:defRPr sz="1269"/>
            </a:lvl5pPr>
            <a:lvl6pPr lvl="5">
              <a:buNone/>
              <a:defRPr sz="1269"/>
            </a:lvl6pPr>
            <a:lvl7pPr lvl="6">
              <a:buNone/>
              <a:defRPr sz="1269"/>
            </a:lvl7pPr>
            <a:lvl8pPr lvl="7">
              <a:buNone/>
              <a:defRPr sz="1269"/>
            </a:lvl8pPr>
            <a:lvl9pPr lvl="8">
              <a:buNone/>
              <a:defRPr sz="126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64471" y="654127"/>
            <a:ext cx="99630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75" lIns="116075" spcFirstLastPara="1" rIns="116075" wrap="square" tIns="1160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55"/>
              <a:buNone/>
              <a:defRPr sz="3554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55"/>
              <a:buNone/>
              <a:defRPr sz="3554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55"/>
              <a:buNone/>
              <a:defRPr sz="3554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55"/>
              <a:buNone/>
              <a:defRPr sz="3554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55"/>
              <a:buNone/>
              <a:defRPr sz="3554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55"/>
              <a:buNone/>
              <a:defRPr sz="3554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55"/>
              <a:buNone/>
              <a:defRPr sz="3554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55"/>
              <a:buNone/>
              <a:defRPr sz="3554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55"/>
              <a:buNone/>
              <a:defRPr sz="3554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64471" y="1693983"/>
            <a:ext cx="9963000" cy="50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75" lIns="116075" spcFirstLastPara="1" rIns="116075" wrap="square" tIns="116075">
            <a:normAutofit/>
          </a:bodyPr>
          <a:lstStyle>
            <a:lvl1pPr indent="-373702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85"/>
              <a:buChar char="●"/>
              <a:defRPr sz="2285">
                <a:solidFill>
                  <a:schemeClr val="dk2"/>
                </a:solidFill>
              </a:defRPr>
            </a:lvl1pPr>
            <a:lvl2pPr indent="-341457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77"/>
              <a:buChar char="○"/>
              <a:defRPr sz="1777">
                <a:solidFill>
                  <a:schemeClr val="dk2"/>
                </a:solidFill>
              </a:defRPr>
            </a:lvl2pPr>
            <a:lvl3pPr indent="-341457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77"/>
              <a:buChar char="■"/>
              <a:defRPr sz="1777">
                <a:solidFill>
                  <a:schemeClr val="dk2"/>
                </a:solidFill>
              </a:defRPr>
            </a:lvl3pPr>
            <a:lvl4pPr indent="-341457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77"/>
              <a:buChar char="●"/>
              <a:defRPr sz="1777">
                <a:solidFill>
                  <a:schemeClr val="dk2"/>
                </a:solidFill>
              </a:defRPr>
            </a:lvl4pPr>
            <a:lvl5pPr indent="-341457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77"/>
              <a:buChar char="○"/>
              <a:defRPr sz="1777">
                <a:solidFill>
                  <a:schemeClr val="dk2"/>
                </a:solidFill>
              </a:defRPr>
            </a:lvl5pPr>
            <a:lvl6pPr indent="-341457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77"/>
              <a:buChar char="■"/>
              <a:defRPr sz="1777">
                <a:solidFill>
                  <a:schemeClr val="dk2"/>
                </a:solidFill>
              </a:defRPr>
            </a:lvl6pPr>
            <a:lvl7pPr indent="-341457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77"/>
              <a:buChar char="●"/>
              <a:defRPr sz="1777">
                <a:solidFill>
                  <a:schemeClr val="dk2"/>
                </a:solidFill>
              </a:defRPr>
            </a:lvl7pPr>
            <a:lvl8pPr indent="-341457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77"/>
              <a:buChar char="○"/>
              <a:defRPr sz="1777">
                <a:solidFill>
                  <a:schemeClr val="dk2"/>
                </a:solidFill>
              </a:defRPr>
            </a:lvl8pPr>
            <a:lvl9pPr indent="-341457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77"/>
              <a:buChar char="■"/>
              <a:defRPr sz="1777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9906841" y="6854299"/>
            <a:ext cx="641700" cy="5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6075" lIns="116075" spcFirstLastPara="1" rIns="116075" wrap="square" tIns="116075">
            <a:normAutofit/>
          </a:bodyPr>
          <a:lstStyle>
            <a:lvl1pPr lvl="0" algn="r">
              <a:buNone/>
              <a:defRPr sz="1269">
                <a:solidFill>
                  <a:schemeClr val="dk2"/>
                </a:solidFill>
              </a:defRPr>
            </a:lvl1pPr>
            <a:lvl2pPr lvl="1" algn="r">
              <a:buNone/>
              <a:defRPr sz="1269">
                <a:solidFill>
                  <a:schemeClr val="dk2"/>
                </a:solidFill>
              </a:defRPr>
            </a:lvl2pPr>
            <a:lvl3pPr lvl="2" algn="r">
              <a:buNone/>
              <a:defRPr sz="1269">
                <a:solidFill>
                  <a:schemeClr val="dk2"/>
                </a:solidFill>
              </a:defRPr>
            </a:lvl3pPr>
            <a:lvl4pPr lvl="3" algn="r">
              <a:buNone/>
              <a:defRPr sz="1269">
                <a:solidFill>
                  <a:schemeClr val="dk2"/>
                </a:solidFill>
              </a:defRPr>
            </a:lvl4pPr>
            <a:lvl5pPr lvl="4" algn="r">
              <a:buNone/>
              <a:defRPr sz="1269">
                <a:solidFill>
                  <a:schemeClr val="dk2"/>
                </a:solidFill>
              </a:defRPr>
            </a:lvl5pPr>
            <a:lvl6pPr lvl="5" algn="r">
              <a:buNone/>
              <a:defRPr sz="1269">
                <a:solidFill>
                  <a:schemeClr val="dk2"/>
                </a:solidFill>
              </a:defRPr>
            </a:lvl6pPr>
            <a:lvl7pPr lvl="6" algn="r">
              <a:buNone/>
              <a:defRPr sz="1269">
                <a:solidFill>
                  <a:schemeClr val="dk2"/>
                </a:solidFill>
              </a:defRPr>
            </a:lvl7pPr>
            <a:lvl8pPr lvl="7" algn="r">
              <a:buNone/>
              <a:defRPr sz="1269">
                <a:solidFill>
                  <a:schemeClr val="dk2"/>
                </a:solidFill>
              </a:defRPr>
            </a:lvl8pPr>
            <a:lvl9pPr lvl="8" algn="r">
              <a:buNone/>
              <a:defRPr sz="1269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BTech Certificates 2025-2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0692076" cy="7559632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2570425" y="3133657"/>
            <a:ext cx="5552100" cy="5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85">
                <a:solidFill>
                  <a:srgbClr val="333388"/>
                </a:solidFill>
                <a:latin typeface="Nunito"/>
                <a:ea typeface="Nunito"/>
                <a:cs typeface="Nunito"/>
                <a:sym typeface="Nunito"/>
              </a:rPr>
              <a:t>&lt;&lt;Name&gt;&gt;</a:t>
            </a:r>
            <a:endParaRPr b="1" sz="2885">
              <a:solidFill>
                <a:srgbClr val="333388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